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notesSlides/notesSlide12.xml" ContentType="application/vnd.openxmlformats-officedocument.presentationml.notesSlide+xml"/>
  <Override PartName="/ppt/tags/tag60.xml" ContentType="application/vnd.openxmlformats-officedocument.presentationml.tags+xml"/>
  <Override PartName="/ppt/notesSlides/notesSlide1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tags/tag112.xml" ContentType="application/vnd.openxmlformats-officedocument.presentationml.tags+xml"/>
  <Override PartName="/ppt/notesSlides/notesSlide16.xml" ContentType="application/vnd.openxmlformats-officedocument.presentationml.notesSlide+xml"/>
  <Override PartName="/ppt/tags/tag113.xml" ContentType="application/vnd.openxmlformats-officedocument.presentationml.tags+xml"/>
  <Override PartName="/ppt/notesSlides/notesSlide1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1.xml" ContentType="application/vnd.openxmlformats-officedocument.drawingml.chart+xml"/>
  <Override PartName="/ppt/tags/tag170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71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22.xml" ContentType="application/vnd.openxmlformats-officedocument.presentationml.notesSlide+xml"/>
  <Override PartName="/ppt/tags/tag179.xml" ContentType="application/vnd.openxmlformats-officedocument.presentationml.tags+xml"/>
  <Override PartName="/ppt/notesSlides/notesSlide23.xml" ContentType="application/vnd.openxmlformats-officedocument.presentationml.notesSlide+xml"/>
  <Override PartName="/ppt/tags/tag180.xml" ContentType="application/vnd.openxmlformats-officedocument.presentationml.tags+xml"/>
  <Override PartName="/ppt/notesSlides/notesSlide24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202.xml" ContentType="application/vnd.openxmlformats-officedocument.presentationml.tags+xml"/>
  <Override PartName="/ppt/notesSlides/notesSlide26.xml" ContentType="application/vnd.openxmlformats-officedocument.presentationml.notesSlide+xml"/>
  <Override PartName="/ppt/tags/tag203.xml" ContentType="application/vnd.openxmlformats-officedocument.presentationml.tags+xml"/>
  <Override PartName="/ppt/notesSlides/notesSlide27.xml" ContentType="application/vnd.openxmlformats-officedocument.presentationml.notesSlide+xml"/>
  <Override PartName="/ppt/tags/tag2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2" autoAdjust="0"/>
    <p:restoredTop sz="86019" autoAdjust="0"/>
  </p:normalViewPr>
  <p:slideViewPr>
    <p:cSldViewPr snapToGrid="0">
      <p:cViewPr varScale="1">
        <p:scale>
          <a:sx n="138" d="100"/>
          <a:sy n="138" d="100"/>
        </p:scale>
        <p:origin x="1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5-4A06-9A10-8B4F8398902F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E5-4A06-9A10-8B4F8398902F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E5-4A06-9A10-8B4F83989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10613872"/>
        <c:axId val="1"/>
      </c:lineChart>
      <c:catAx>
        <c:axId val="1510613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10613872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Sheet1!$B$1:$B$17</c:f>
              <c:numCache>
                <c:formatCode>General</c:formatCode>
                <c:ptCount val="17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1E-43AC-97F8-67DCC15B9428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Sheet1!$C$1:$C$17</c:f>
              <c:numCache>
                <c:formatCode>General</c:formatCode>
                <c:ptCount val="17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1E-43AC-97F8-67DCC15B9428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1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F1E-43AC-97F8-67DCC15B9428}"/>
              </c:ext>
            </c:extLst>
          </c:dPt>
          <c:xVal>
            <c:numRef>
              <c:f>Sheet1!$A$1:$A$17</c:f>
              <c:numCache>
                <c:formatCode>General</c:formatCode>
                <c:ptCount val="17"/>
                <c:pt idx="10">
                  <c:v>19723</c:v>
                </c:pt>
                <c:pt idx="11">
                  <c:v>20089</c:v>
                </c:pt>
                <c:pt idx="12">
                  <c:v>20089</c:v>
                </c:pt>
                <c:pt idx="13">
                  <c:v>19723</c:v>
                </c:pt>
                <c:pt idx="14">
                  <c:v>18993</c:v>
                </c:pt>
              </c:numCache>
            </c:numRef>
          </c:xVal>
          <c:yVal>
            <c:numRef>
              <c:f>Sheet1!$D$1:$D$17</c:f>
              <c:numCache>
                <c:formatCode>General</c:formatCode>
                <c:ptCount val="17"/>
                <c:pt idx="10">
                  <c:v>2615</c:v>
                </c:pt>
                <c:pt idx="11">
                  <c:v>5000</c:v>
                </c:pt>
                <c:pt idx="12">
                  <c:v>4600</c:v>
                </c:pt>
                <c:pt idx="13">
                  <c:v>1835</c:v>
                </c:pt>
                <c:pt idx="14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1E-43AC-97F8-67DCC15B9428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15">
                  <c:v>20089</c:v>
                </c:pt>
                <c:pt idx="16">
                  <c:v>19358</c:v>
                </c:pt>
              </c:numCache>
            </c:numRef>
          </c:xVal>
          <c:yVal>
            <c:numRef>
              <c:f>Sheet1!$E$1:$E$17</c:f>
              <c:numCache>
                <c:formatCode>General</c:formatCode>
                <c:ptCount val="17"/>
                <c:pt idx="15">
                  <c:v>800</c:v>
                </c:pt>
                <c:pt idx="16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F1E-43AC-97F8-67DCC15B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27007"/>
        <c:axId val="1"/>
      </c:scatterChart>
      <c:valAx>
        <c:axId val="13052700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52700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E-4432-9216-DA7D215BDDAB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无源铜缆（安费诺、立讯）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Sitrus</a:t>
            </a:r>
            <a:r>
              <a:rPr lang="zh-CN" altLang="en-US" dirty="0"/>
              <a:t>、盛科备注：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75%</a:t>
            </a:r>
            <a:r>
              <a:rPr lang="zh-CN" altLang="en-US" dirty="0"/>
              <a:t>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18.emf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oleObject" Target="../embeddings/oleObject9.bin"/><Relationship Id="rId33" Type="http://schemas.microsoft.com/office/2007/relationships/hdphoto" Target="../media/hdphoto3.wdp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25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notesSlide" Target="../notesSlides/notesSlide8.xml"/><Relationship Id="rId32" Type="http://schemas.openxmlformats.org/officeDocument/2006/relationships/image" Target="../media/image28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4.pn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image" Target="../media/image27.jpe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8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9" Type="http://schemas.openxmlformats.org/officeDocument/2006/relationships/notesSlide" Target="../notesSlides/notesSlide14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9" Type="http://schemas.openxmlformats.org/officeDocument/2006/relationships/tags" Target="../tags/tag89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37" Type="http://schemas.openxmlformats.org/officeDocument/2006/relationships/tags" Target="../tags/tag97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tags" Target="../tags/tag96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tags" Target="../tags/tag91.xml"/><Relationship Id="rId44" Type="http://schemas.openxmlformats.org/officeDocument/2006/relationships/chart" Target="../charts/chart7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tags" Target="../tags/tag95.xml"/><Relationship Id="rId43" Type="http://schemas.openxmlformats.org/officeDocument/2006/relationships/chart" Target="../charts/chart6.xml"/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80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image" Target="../media/image7.emf"/><Relationship Id="rId3" Type="http://schemas.openxmlformats.org/officeDocument/2006/relationships/tags" Target="../tags/tag100.xml"/><Relationship Id="rId21" Type="http://schemas.openxmlformats.org/officeDocument/2006/relationships/image" Target="../media/image25.png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oleObject" Target="../embeddings/oleObject16.bin"/><Relationship Id="rId2" Type="http://schemas.openxmlformats.org/officeDocument/2006/relationships/tags" Target="../tags/tag99.xml"/><Relationship Id="rId16" Type="http://schemas.openxmlformats.org/officeDocument/2006/relationships/notesSlide" Target="../notesSlides/notesSlide15.xml"/><Relationship Id="rId20" Type="http://schemas.openxmlformats.org/officeDocument/2006/relationships/image" Target="../media/image10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chart" Target="../charts/chart9.xml"/><Relationship Id="rId5" Type="http://schemas.openxmlformats.org/officeDocument/2006/relationships/tags" Target="../tags/tag10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6.jpeg"/><Relationship Id="rId10" Type="http://schemas.openxmlformats.org/officeDocument/2006/relationships/tags" Target="../tags/tag107.xml"/><Relationship Id="rId19" Type="http://schemas.openxmlformats.org/officeDocument/2006/relationships/image" Target="../media/image9.png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6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microsoft.com/office/2007/relationships/hdphoto" Target="../media/hdphoto21.wdp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36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52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4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89.png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80.png"/><Relationship Id="rId72" Type="http://schemas.microsoft.com/office/2007/relationships/hdphoto" Target="../media/hdphoto33.wdp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14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4.png"/><Relationship Id="rId49" Type="http://schemas.openxmlformats.org/officeDocument/2006/relationships/image" Target="../media/image28.png"/><Relationship Id="rId57" Type="http://schemas.microsoft.com/office/2007/relationships/hdphoto" Target="../media/hdphoto27.wdp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25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3.png"/><Relationship Id="rId18" Type="http://schemas.openxmlformats.org/officeDocument/2006/relationships/image" Target="../media/image62.png"/><Relationship Id="rId39" Type="http://schemas.microsoft.com/office/2007/relationships/hdphoto" Target="../media/hdphoto20.wdp"/><Relationship Id="rId34" Type="http://schemas.openxmlformats.org/officeDocument/2006/relationships/image" Target="../media/image72.png"/><Relationship Id="rId50" Type="http://schemas.microsoft.com/office/2007/relationships/hdphoto" Target="../media/hdphoto3.wdp"/><Relationship Id="rId55" Type="http://schemas.microsoft.com/office/2007/relationships/hdphoto" Target="../media/hdphoto26.wdp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35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18" Type="http://schemas.openxmlformats.org/officeDocument/2006/relationships/image" Target="../media/image99.png"/><Relationship Id="rId26" Type="http://schemas.openxmlformats.org/officeDocument/2006/relationships/image" Target="../media/image79.png"/><Relationship Id="rId3" Type="http://schemas.openxmlformats.org/officeDocument/2006/relationships/tags" Target="../tags/tag117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16.xml"/><Relationship Id="rId16" Type="http://schemas.microsoft.com/office/2007/relationships/hdphoto" Target="../media/hdphoto22.wdp"/><Relationship Id="rId20" Type="http://schemas.openxmlformats.org/officeDocument/2006/relationships/image" Target="../media/image100.png"/><Relationship Id="rId1" Type="http://schemas.openxmlformats.org/officeDocument/2006/relationships/tags" Target="../tags/tag115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7.png"/><Relationship Id="rId23" Type="http://schemas.microsoft.com/office/2007/relationships/hdphoto" Target="../media/hdphoto35.wdp"/><Relationship Id="rId10" Type="http://schemas.openxmlformats.org/officeDocument/2006/relationships/image" Target="../media/image89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1.wdp"/><Relationship Id="rId22" Type="http://schemas.openxmlformats.org/officeDocument/2006/relationships/image" Target="../media/image93.png"/><Relationship Id="rId27" Type="http://schemas.microsoft.com/office/2007/relationships/hdphoto" Target="../media/hdphoto2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image" Target="../media/image18.emf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12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chart" Target="../charts/chart10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39.xml"/><Relationship Id="rId18" Type="http://schemas.openxmlformats.org/officeDocument/2006/relationships/tags" Target="../tags/tag144.xml"/><Relationship Id="rId26" Type="http://schemas.openxmlformats.org/officeDocument/2006/relationships/tags" Target="../tags/tag152.xml"/><Relationship Id="rId39" Type="http://schemas.openxmlformats.org/officeDocument/2006/relationships/tags" Target="../tags/tag165.xml"/><Relationship Id="rId21" Type="http://schemas.openxmlformats.org/officeDocument/2006/relationships/tags" Target="../tags/tag147.xml"/><Relationship Id="rId34" Type="http://schemas.openxmlformats.org/officeDocument/2006/relationships/tags" Target="../tags/tag160.xml"/><Relationship Id="rId42" Type="http://schemas.openxmlformats.org/officeDocument/2006/relationships/tags" Target="../tags/tag168.xml"/><Relationship Id="rId47" Type="http://schemas.openxmlformats.org/officeDocument/2006/relationships/image" Target="../media/image18.emf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6" Type="http://schemas.openxmlformats.org/officeDocument/2006/relationships/tags" Target="../tags/tag142.xml"/><Relationship Id="rId29" Type="http://schemas.openxmlformats.org/officeDocument/2006/relationships/tags" Target="../tags/tag155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tags" Target="../tags/tag137.xml"/><Relationship Id="rId24" Type="http://schemas.openxmlformats.org/officeDocument/2006/relationships/tags" Target="../tags/tag150.xml"/><Relationship Id="rId32" Type="http://schemas.openxmlformats.org/officeDocument/2006/relationships/tags" Target="../tags/tag158.xml"/><Relationship Id="rId37" Type="http://schemas.openxmlformats.org/officeDocument/2006/relationships/tags" Target="../tags/tag163.xml"/><Relationship Id="rId40" Type="http://schemas.openxmlformats.org/officeDocument/2006/relationships/tags" Target="../tags/tag166.xml"/><Relationship Id="rId45" Type="http://schemas.openxmlformats.org/officeDocument/2006/relationships/notesSlide" Target="../notesSlides/notesSlide19.xml"/><Relationship Id="rId5" Type="http://schemas.openxmlformats.org/officeDocument/2006/relationships/tags" Target="../tags/tag131.xml"/><Relationship Id="rId15" Type="http://schemas.openxmlformats.org/officeDocument/2006/relationships/tags" Target="../tags/tag141.xml"/><Relationship Id="rId23" Type="http://schemas.openxmlformats.org/officeDocument/2006/relationships/tags" Target="../tags/tag149.xml"/><Relationship Id="rId28" Type="http://schemas.openxmlformats.org/officeDocument/2006/relationships/tags" Target="../tags/tag154.xml"/><Relationship Id="rId36" Type="http://schemas.openxmlformats.org/officeDocument/2006/relationships/tags" Target="../tags/tag162.xml"/><Relationship Id="rId10" Type="http://schemas.openxmlformats.org/officeDocument/2006/relationships/tags" Target="../tags/tag136.xml"/><Relationship Id="rId19" Type="http://schemas.openxmlformats.org/officeDocument/2006/relationships/tags" Target="../tags/tag145.xml"/><Relationship Id="rId31" Type="http://schemas.openxmlformats.org/officeDocument/2006/relationships/tags" Target="../tags/tag157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9" Type="http://schemas.openxmlformats.org/officeDocument/2006/relationships/tags" Target="../tags/tag135.xml"/><Relationship Id="rId14" Type="http://schemas.openxmlformats.org/officeDocument/2006/relationships/tags" Target="../tags/tag140.xml"/><Relationship Id="rId22" Type="http://schemas.openxmlformats.org/officeDocument/2006/relationships/tags" Target="../tags/tag148.xml"/><Relationship Id="rId27" Type="http://schemas.openxmlformats.org/officeDocument/2006/relationships/tags" Target="../tags/tag153.xml"/><Relationship Id="rId30" Type="http://schemas.openxmlformats.org/officeDocument/2006/relationships/tags" Target="../tags/tag156.xml"/><Relationship Id="rId35" Type="http://schemas.openxmlformats.org/officeDocument/2006/relationships/tags" Target="../tags/tag161.xml"/><Relationship Id="rId43" Type="http://schemas.openxmlformats.org/officeDocument/2006/relationships/tags" Target="../tags/tag169.xml"/><Relationship Id="rId48" Type="http://schemas.openxmlformats.org/officeDocument/2006/relationships/chart" Target="../charts/chart11.xml"/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12" Type="http://schemas.openxmlformats.org/officeDocument/2006/relationships/tags" Target="../tags/tag138.xml"/><Relationship Id="rId17" Type="http://schemas.openxmlformats.org/officeDocument/2006/relationships/tags" Target="../tags/tag143.xml"/><Relationship Id="rId25" Type="http://schemas.openxmlformats.org/officeDocument/2006/relationships/tags" Target="../tags/tag151.xml"/><Relationship Id="rId33" Type="http://schemas.openxmlformats.org/officeDocument/2006/relationships/tags" Target="../tags/tag159.xml"/><Relationship Id="rId38" Type="http://schemas.openxmlformats.org/officeDocument/2006/relationships/tags" Target="../tags/tag164.xml"/><Relationship Id="rId46" Type="http://schemas.openxmlformats.org/officeDocument/2006/relationships/oleObject" Target="../embeddings/oleObject22.bin"/><Relationship Id="rId20" Type="http://schemas.openxmlformats.org/officeDocument/2006/relationships/tags" Target="../tags/tag146.xml"/><Relationship Id="rId41" Type="http://schemas.openxmlformats.org/officeDocument/2006/relationships/tags" Target="../tags/tag16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Relationship Id="rId6" Type="http://schemas.openxmlformats.org/officeDocument/2006/relationships/chart" Target="../charts/chart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9.pn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05.svg"/><Relationship Id="rId12" Type="http://schemas.openxmlformats.org/officeDocument/2006/relationships/image" Target="../media/image108.png"/><Relationship Id="rId17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6" Type="http://schemas.openxmlformats.org/officeDocument/2006/relationships/chart" Target="../charts/chart14.xml"/><Relationship Id="rId1" Type="http://schemas.openxmlformats.org/officeDocument/2006/relationships/tags" Target="../tags/tag171.xml"/><Relationship Id="rId6" Type="http://schemas.openxmlformats.org/officeDocument/2006/relationships/image" Target="../media/image104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5" Type="http://schemas.openxmlformats.org/officeDocument/2006/relationships/image" Target="../media/image111.png"/><Relationship Id="rId10" Type="http://schemas.openxmlformats.org/officeDocument/2006/relationships/chart" Target="../charts/chart13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174.xml"/><Relationship Id="rId21" Type="http://schemas.openxmlformats.org/officeDocument/2006/relationships/image" Target="../media/image119.png"/><Relationship Id="rId7" Type="http://schemas.openxmlformats.org/officeDocument/2006/relationships/tags" Target="../tags/tag178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173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176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175.xml"/><Relationship Id="rId9" Type="http://schemas.openxmlformats.org/officeDocument/2006/relationships/notesSlide" Target="../notesSlides/notesSlide22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9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0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26" Type="http://schemas.openxmlformats.org/officeDocument/2006/relationships/chart" Target="../charts/chart16.xml"/><Relationship Id="rId3" Type="http://schemas.openxmlformats.org/officeDocument/2006/relationships/tags" Target="../tags/tag183.xml"/><Relationship Id="rId21" Type="http://schemas.openxmlformats.org/officeDocument/2006/relationships/tags" Target="../tags/tag201.xml"/><Relationship Id="rId7" Type="http://schemas.openxmlformats.org/officeDocument/2006/relationships/tags" Target="../tags/tag187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image" Target="../media/image8.emf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0" Type="http://schemas.openxmlformats.org/officeDocument/2006/relationships/tags" Target="../tags/tag200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23" Type="http://schemas.openxmlformats.org/officeDocument/2006/relationships/notesSlide" Target="../notesSlides/notesSlide25.xml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3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03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4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73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9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04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0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2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680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FE41C-BAC9-D38E-BE60-C23273C01D1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标题再斟酌下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r>
              <a:rPr lang="en-US" sz="1600" dirty="0">
                <a:solidFill>
                  <a:prstClr val="black"/>
                </a:solidFill>
              </a:rPr>
              <a:t>, and emerging suppliers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1D560-1596-A9A4-974F-7D43E9DB0FE1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4221E6D3-62B1-CCAB-F76F-0EF314262914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among speed, distance and power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BF969B-CDA8-DE01-25CA-98ED64CEF8FA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56932" y="487060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532232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530285"/>
              </p:ext>
            </p:extLst>
          </p:nvPr>
        </p:nvGraphicFramePr>
        <p:xfrm>
          <a:off x="6656932" y="217839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166478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362660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20807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178189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4087" y="199520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03209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398719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35215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199892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81498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D14B1D-855E-E31A-17B6-AE87A5F59F9D}"/>
              </a:ext>
            </a:extLst>
          </p:cNvPr>
          <p:cNvSpPr/>
          <p:nvPr/>
        </p:nvSpPr>
        <p:spPr>
          <a:xfrm>
            <a:off x="10438757" y="24281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335883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313935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529155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8E29AB-08CA-40AB-D568-154BDA8CDF74}"/>
              </a:ext>
            </a:extLst>
          </p:cNvPr>
          <p:cNvSpPr/>
          <p:nvPr/>
        </p:nvSpPr>
        <p:spPr>
          <a:xfrm>
            <a:off x="12208083" y="1173995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10000GPU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确定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@sidong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12052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057836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with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723C7-A654-4E92-2955-761FA249C45D}"/>
              </a:ext>
            </a:extLst>
          </p:cNvPr>
          <p:cNvSpPr/>
          <p:nvPr/>
        </p:nvSpPr>
        <p:spPr>
          <a:xfrm>
            <a:off x="12208083" y="1173995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备注里写一下功耗估算逻辑和数据</a:t>
            </a: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898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​Breaking through the copper speed wall with optical interconnects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733883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27851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724497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44066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Different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8" y="12921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55630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2483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Future (Long-term)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24056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962D4D-EED7-E494-542F-0F959964DC10}"/>
              </a:ext>
            </a:extLst>
          </p:cNvPr>
          <p:cNvSpPr/>
          <p:nvPr/>
        </p:nvSpPr>
        <p:spPr>
          <a:xfrm>
            <a:off x="12593423" y="203784"/>
            <a:ext cx="1894449" cy="1152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和传统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是否可以混用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B31E37-99A1-12D9-0EE1-BD98FF7F4A71}"/>
              </a:ext>
            </a:extLst>
          </p:cNvPr>
          <p:cNvSpPr/>
          <p:nvPr/>
        </p:nvSpPr>
        <p:spPr>
          <a:xfrm>
            <a:off x="12593423" y="1635599"/>
            <a:ext cx="1894449" cy="1414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tipping point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，如果成本差不多，为什么还没部署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447903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3009373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94687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447903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282951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might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≤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9654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​Overseas prioritize scale-out in optical interconnect adoption, while domestic markets remain undetermined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2BAFA2-9A7C-03B8-50CF-62A656911516}"/>
              </a:ext>
            </a:extLst>
          </p:cNvPr>
          <p:cNvSpPr/>
          <p:nvPr/>
        </p:nvSpPr>
        <p:spPr>
          <a:xfrm>
            <a:off x="12224500" y="68206"/>
            <a:ext cx="1894449" cy="14079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的影响，为什么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里会被弱化</a:t>
            </a: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4218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3065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3065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753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753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3707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might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971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hart 3">
            <a:extLst>
              <a:ext uri="{FF2B5EF4-FFF2-40B4-BE49-F238E27FC236}">
                <a16:creationId xmlns:a16="http://schemas.microsoft.com/office/drawing/2014/main" id="{1466B175-5E1A-9228-A52D-888237425A9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93645650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61FA547-AA77-14F7-0EA5-88237189013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659188" y="430053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9613867A-6C70-40A1-B80F-6F2AD1011DB7}" type="datetime'''''''''''''''''''''''1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868738" y="491490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911725" y="491490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5962650" y="464343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31D9A6A-ECE7-4C7A-ABF2-47C920CD1DB4}" type="datetime'''''''''''''''''''''''''''''''''''''''''''''''''''1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5962651" y="437673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BE5D70D-5022-4DC7-A952-C0B6BC60E82C}" type="datetime'''''''''''''''''''''''''''''''''8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13438" y="39433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1EAFF8D-29B2-493B-80BF-5DDE42AAB1AE}" type="datetime'''''''''''''''''''''''''''''1''''''''''''''''''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5953125" y="491490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~$700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-&gt; 2x per-port value;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4617060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78235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WIP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TH6-Davisson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B44D49B6-C631-BCE3-A008-76DBF1C06DE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A23CCE44-374D-A0D4-E2EE-86487C14027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383259A7-3747-47A9-1383-0175C9E9572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890C8A96-EB71-3801-E7CE-A71A9F4F7C3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8523DDD8-7A89-0D47-B540-7E3D90843A1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CC9CB37C-FC71-7821-D9DA-B680BAD0CE56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94ECAEA2-1B1E-36DF-2E1F-EEC64E4FD17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D9376328-0EEC-3565-D385-EE063C48DD05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C50463E-38B9-A6F0-0011-D4E050B1959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 is a multi-billion-dollar market paved by data rate scaling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3D332E-FEE7-17D5-703C-E5B1FA1761DD}"/>
              </a:ext>
            </a:extLst>
          </p:cNvPr>
          <p:cNvSpPr/>
          <p:nvPr/>
        </p:nvSpPr>
        <p:spPr>
          <a:xfrm>
            <a:off x="10229417" y="44252"/>
            <a:ext cx="1894449" cy="8424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确认一下光和电的机会点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8494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61182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8579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cs typeface="+mn-ea"/>
                <a:sym typeface="+mn-lt"/>
              </a:rPr>
              <a:t>ficonTEC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9072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9FFB91-3FD7-BA39-39D8-B26C3A143D1F}"/>
              </a:ext>
            </a:extLst>
          </p:cNvPr>
          <p:cNvSpPr/>
          <p:nvPr/>
        </p:nvSpPr>
        <p:spPr>
          <a:xfrm>
            <a:off x="12749735" y="856830"/>
            <a:ext cx="1894449" cy="18762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年占比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asic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33%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是否合理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1" imgH="401" progId="TCLayout.ActiveDocument.1">
                  <p:embed/>
                </p:oleObj>
              </mc:Choice>
              <mc:Fallback>
                <p:oleObj name="think-cell 幻灯片" r:id="rId4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9" name="Chart 3">
            <a:extLst>
              <a:ext uri="{FF2B5EF4-FFF2-40B4-BE49-F238E27FC236}">
                <a16:creationId xmlns:a16="http://schemas.microsoft.com/office/drawing/2014/main" id="{0FA503A8-30BE-0138-C929-9DCCDE5322A8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9897802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97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B92FAB-A900-B766-FC50-C785FB0633A3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3992564" y="5357814"/>
            <a:ext cx="7937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5326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497638" y="458470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044825" y="5251450"/>
            <a:ext cx="947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644921"/>
            <a:ext cx="683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982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</a:t>
                </a:r>
                <a:r>
                  <a:rPr lang="en-US" altLang="zh-CN" sz="16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826F6B-CBFE-BD60-2C66-CEDFFE4790D5}"/>
              </a:ext>
            </a:extLst>
          </p:cNvPr>
          <p:cNvSpPr/>
          <p:nvPr/>
        </p:nvSpPr>
        <p:spPr>
          <a:xfrm>
            <a:off x="10219601" y="101240"/>
            <a:ext cx="1894449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035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r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476136" y="2586724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EDC682C-4840-7EDD-E708-9098B702124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C3745814-81A1-AFBF-DF48-D20DFA266F0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7E1AE28-C6C4-7017-65EE-5B0F38BB7F1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81574F7C-0AB5-CD3A-9C76-6EFC04F01D9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FBB70297-A980-4C1B-C1AB-FBCFE784F1DD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01EC9057-E6A6-8C1A-8BBB-F5B175BA538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C7A365A2-76A3-CC5A-1D7A-5AF1A63532F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4C88A52D-3F64-C211-CC97-D6291991DD9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0FBF159E-7CDA-A259-C621-7E793CFA2BF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45651"/>
              </p:ext>
            </p:extLst>
          </p:nvPr>
        </p:nvGraphicFramePr>
        <p:xfrm>
          <a:off x="499971" y="2964742"/>
          <a:ext cx="5329171" cy="298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E24DFD12-6E4F-94B0-18E6-4E460C1DA68A}"/>
              </a:ext>
            </a:extLst>
          </p:cNvPr>
          <p:cNvSpPr/>
          <p:nvPr/>
        </p:nvSpPr>
        <p:spPr>
          <a:xfrm>
            <a:off x="9925493" y="101240"/>
            <a:ext cx="2188557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看有没有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年的数</a:t>
            </a:r>
          </a:p>
        </p:txBody>
      </p: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d7W19mC50ALb.PHzP8q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DIDKmFT3UUGY2eTaj9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50039</TotalTime>
  <Words>4027</Words>
  <Application>Microsoft Office PowerPoint</Application>
  <PresentationFormat>宽屏</PresentationFormat>
  <Paragraphs>1036</Paragraphs>
  <Slides>31</Slides>
  <Notes>27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5754</cp:revision>
  <dcterms:created xsi:type="dcterms:W3CDTF">2025-06-16T21:28:33Z</dcterms:created>
  <dcterms:modified xsi:type="dcterms:W3CDTF">2025-10-15T04:20:45Z</dcterms:modified>
</cp:coreProperties>
</file>