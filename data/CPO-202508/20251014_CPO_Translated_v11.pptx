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28.xml" ContentType="application/vnd.openxmlformats-officedocument.presentationml.tags+xml"/>
  <Override PartName="/ppt/notesSlides/notesSlide15.xml" ContentType="application/vnd.openxmlformats-officedocument.presentationml.notesSlide+xml"/>
  <Override PartName="/ppt/tags/tag129.xml" ContentType="application/vnd.openxmlformats-officedocument.presentationml.tags+xml"/>
  <Override PartName="/ppt/notesSlides/notesSlide16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2.xml" ContentType="application/vnd.openxmlformats-officedocument.drawingml.chart+xml"/>
  <Override PartName="/ppt/tags/tag188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8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21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22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220.xml" ContentType="application/vnd.openxmlformats-officedocument.presentationml.tags+xml"/>
  <Override PartName="/ppt/notesSlides/notesSlide24.xml" ContentType="application/vnd.openxmlformats-officedocument.presentationml.notesSlide+xml"/>
  <Override PartName="/ppt/tags/tag2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52D9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94392" autoAdjust="0"/>
  </p:normalViewPr>
  <p:slideViewPr>
    <p:cSldViewPr snapToGrid="0">
      <p:cViewPr>
        <p:scale>
          <a:sx n="125" d="100"/>
          <a:sy n="125" d="100"/>
        </p:scale>
        <p:origin x="197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5A-4876-BF27-E3130B61CED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5A-4876-BF27-E3130B61CED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5A-4876-BF27-E3130B61C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6119151"/>
        <c:axId val="1"/>
      </c:lineChart>
      <c:catAx>
        <c:axId val="1536119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6119151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700</c:v>
                </c:pt>
                <c:pt idx="1">
                  <c:v>560</c:v>
                </c:pt>
                <c:pt idx="2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93-4757-A512-D1A78701835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1400</c:v>
                </c:pt>
                <c:pt idx="1">
                  <c:v>1120</c:v>
                </c:pt>
                <c:pt idx="2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93-4757-A512-D1A78701835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C93-4757-A512-D1A7870183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2800</c:v>
                </c:pt>
                <c:pt idx="1">
                  <c:v>2240</c:v>
                </c:pt>
                <c:pt idx="2">
                  <c:v>1800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93-4757-A512-D1A78701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5290447"/>
        <c:axId val="1"/>
      </c:lineChart>
      <c:catAx>
        <c:axId val="1805290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290447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BB3-4F44-94FD-8BEA03885DE2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BB3-4F44-94FD-8BEA03885DE2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BB3-4F44-94FD-8BEA03885DE2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BB3-4F44-94FD-8BEA03885DE2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BB3-4F44-94FD-8BEA03885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3867280"/>
        <c:axId val="1"/>
      </c:scatterChart>
      <c:valAx>
        <c:axId val="1023867280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23867280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en-US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线性，阶跃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18.emf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image" Target="../media/image27.jpe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4" Type="http://schemas.openxmlformats.org/officeDocument/2006/relationships/chart" Target="../charts/chart7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chart" Target="../charts/chart6.xml"/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80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tags" Target="../tags/tag123.xml"/><Relationship Id="rId39" Type="http://schemas.openxmlformats.org/officeDocument/2006/relationships/image" Target="../media/image46.jpeg"/><Relationship Id="rId21" Type="http://schemas.openxmlformats.org/officeDocument/2006/relationships/tags" Target="../tags/tag118.xml"/><Relationship Id="rId34" Type="http://schemas.openxmlformats.org/officeDocument/2006/relationships/image" Target="../media/image7.emf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tags" Target="../tags/tag126.xml"/><Relationship Id="rId41" Type="http://schemas.openxmlformats.org/officeDocument/2006/relationships/chart" Target="../charts/chart10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tags" Target="../tags/tag121.xml"/><Relationship Id="rId32" Type="http://schemas.openxmlformats.org/officeDocument/2006/relationships/notesSlide" Target="../notesSlides/notesSlide14.xml"/><Relationship Id="rId37" Type="http://schemas.openxmlformats.org/officeDocument/2006/relationships/image" Target="../media/image25.png"/><Relationship Id="rId40" Type="http://schemas.openxmlformats.org/officeDocument/2006/relationships/chart" Target="../charts/chart9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tags" Target="../tags/tag125.xml"/><Relationship Id="rId36" Type="http://schemas.openxmlformats.org/officeDocument/2006/relationships/image" Target="../media/image10.png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Relationship Id="rId30" Type="http://schemas.openxmlformats.org/officeDocument/2006/relationships/tags" Target="../tags/tag127.xml"/><Relationship Id="rId35" Type="http://schemas.openxmlformats.org/officeDocument/2006/relationships/image" Target="../media/image9.png"/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30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33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32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31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../media/image18.emf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3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55.xml"/><Relationship Id="rId18" Type="http://schemas.openxmlformats.org/officeDocument/2006/relationships/tags" Target="../tags/tag160.xml"/><Relationship Id="rId26" Type="http://schemas.openxmlformats.org/officeDocument/2006/relationships/tags" Target="../tags/tag168.xml"/><Relationship Id="rId39" Type="http://schemas.openxmlformats.org/officeDocument/2006/relationships/tags" Target="../tags/tag181.xml"/><Relationship Id="rId21" Type="http://schemas.openxmlformats.org/officeDocument/2006/relationships/tags" Target="../tags/tag163.xml"/><Relationship Id="rId34" Type="http://schemas.openxmlformats.org/officeDocument/2006/relationships/tags" Target="../tags/tag176.xml"/><Relationship Id="rId42" Type="http://schemas.openxmlformats.org/officeDocument/2006/relationships/tags" Target="../tags/tag184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2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6" Type="http://schemas.openxmlformats.org/officeDocument/2006/relationships/tags" Target="../tags/tag158.xml"/><Relationship Id="rId29" Type="http://schemas.openxmlformats.org/officeDocument/2006/relationships/tags" Target="../tags/tag171.xml"/><Relationship Id="rId11" Type="http://schemas.openxmlformats.org/officeDocument/2006/relationships/tags" Target="../tags/tag153.xml"/><Relationship Id="rId24" Type="http://schemas.openxmlformats.org/officeDocument/2006/relationships/tags" Target="../tags/tag166.xml"/><Relationship Id="rId32" Type="http://schemas.openxmlformats.org/officeDocument/2006/relationships/tags" Target="../tags/tag174.xml"/><Relationship Id="rId37" Type="http://schemas.openxmlformats.org/officeDocument/2006/relationships/tags" Target="../tags/tag179.xml"/><Relationship Id="rId40" Type="http://schemas.openxmlformats.org/officeDocument/2006/relationships/tags" Target="../tags/tag182.xml"/><Relationship Id="rId45" Type="http://schemas.openxmlformats.org/officeDocument/2006/relationships/tags" Target="../tags/tag187.xml"/><Relationship Id="rId5" Type="http://schemas.openxmlformats.org/officeDocument/2006/relationships/tags" Target="../tags/tag147.xml"/><Relationship Id="rId15" Type="http://schemas.openxmlformats.org/officeDocument/2006/relationships/tags" Target="../tags/tag157.xml"/><Relationship Id="rId23" Type="http://schemas.openxmlformats.org/officeDocument/2006/relationships/tags" Target="../tags/tag165.xml"/><Relationship Id="rId28" Type="http://schemas.openxmlformats.org/officeDocument/2006/relationships/tags" Target="../tags/tag170.xml"/><Relationship Id="rId36" Type="http://schemas.openxmlformats.org/officeDocument/2006/relationships/tags" Target="../tags/tag178.xml"/><Relationship Id="rId49" Type="http://schemas.openxmlformats.org/officeDocument/2006/relationships/image" Target="../media/image18.emf"/><Relationship Id="rId10" Type="http://schemas.openxmlformats.org/officeDocument/2006/relationships/tags" Target="../tags/tag152.xml"/><Relationship Id="rId19" Type="http://schemas.openxmlformats.org/officeDocument/2006/relationships/tags" Target="../tags/tag161.xml"/><Relationship Id="rId31" Type="http://schemas.openxmlformats.org/officeDocument/2006/relationships/tags" Target="../tags/tag173.xml"/><Relationship Id="rId44" Type="http://schemas.openxmlformats.org/officeDocument/2006/relationships/tags" Target="../tags/tag186.xml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tags" Target="../tags/tag156.xml"/><Relationship Id="rId22" Type="http://schemas.openxmlformats.org/officeDocument/2006/relationships/tags" Target="../tags/tag164.xml"/><Relationship Id="rId27" Type="http://schemas.openxmlformats.org/officeDocument/2006/relationships/tags" Target="../tags/tag169.xml"/><Relationship Id="rId30" Type="http://schemas.openxmlformats.org/officeDocument/2006/relationships/tags" Target="../tags/tag172.xml"/><Relationship Id="rId35" Type="http://schemas.openxmlformats.org/officeDocument/2006/relationships/tags" Target="../tags/tag177.xml"/><Relationship Id="rId43" Type="http://schemas.openxmlformats.org/officeDocument/2006/relationships/tags" Target="../tags/tag185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50.xml"/><Relationship Id="rId3" Type="http://schemas.openxmlformats.org/officeDocument/2006/relationships/tags" Target="../tags/tag145.xml"/><Relationship Id="rId12" Type="http://schemas.openxmlformats.org/officeDocument/2006/relationships/tags" Target="../tags/tag154.xml"/><Relationship Id="rId17" Type="http://schemas.openxmlformats.org/officeDocument/2006/relationships/tags" Target="../tags/tag159.xml"/><Relationship Id="rId25" Type="http://schemas.openxmlformats.org/officeDocument/2006/relationships/tags" Target="../tags/tag167.xml"/><Relationship Id="rId33" Type="http://schemas.openxmlformats.org/officeDocument/2006/relationships/tags" Target="../tags/tag175.xml"/><Relationship Id="rId38" Type="http://schemas.openxmlformats.org/officeDocument/2006/relationships/tags" Target="../tags/tag180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62.xml"/><Relationship Id="rId41" Type="http://schemas.openxmlformats.org/officeDocument/2006/relationships/tags" Target="../tags/tag183.xml"/><Relationship Id="rId1" Type="http://schemas.openxmlformats.org/officeDocument/2006/relationships/tags" Target="../tags/tag143.xml"/><Relationship Id="rId6" Type="http://schemas.openxmlformats.org/officeDocument/2006/relationships/tags" Target="../tags/tag14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6" Type="http://schemas.openxmlformats.org/officeDocument/2006/relationships/chart" Target="../charts/chart13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9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108.png"/><Relationship Id="rId17" Type="http://schemas.openxmlformats.org/officeDocument/2006/relationships/chart" Target="../charts/chart16.xml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5.xml"/><Relationship Id="rId1" Type="http://schemas.openxmlformats.org/officeDocument/2006/relationships/tags" Target="../tags/tag189.xml"/><Relationship Id="rId6" Type="http://schemas.openxmlformats.org/officeDocument/2006/relationships/image" Target="../media/image104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11.png"/><Relationship Id="rId10" Type="http://schemas.openxmlformats.org/officeDocument/2006/relationships/chart" Target="../charts/chart14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192.xml"/><Relationship Id="rId21" Type="http://schemas.openxmlformats.org/officeDocument/2006/relationships/image" Target="../media/image119.png"/><Relationship Id="rId7" Type="http://schemas.openxmlformats.org/officeDocument/2006/relationships/tags" Target="../tags/tag196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191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194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193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tags" Target="../tags/tag216.xml"/><Relationship Id="rId26" Type="http://schemas.openxmlformats.org/officeDocument/2006/relationships/chart" Target="../charts/chart17.xml"/><Relationship Id="rId3" Type="http://schemas.openxmlformats.org/officeDocument/2006/relationships/tags" Target="../tags/tag201.xml"/><Relationship Id="rId21" Type="http://schemas.openxmlformats.org/officeDocument/2006/relationships/tags" Target="../tags/tag219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5" Type="http://schemas.openxmlformats.org/officeDocument/2006/relationships/image" Target="../media/image8.emf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20" Type="http://schemas.openxmlformats.org/officeDocument/2006/relationships/tags" Target="../tags/tag218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08.xml"/><Relationship Id="rId19" Type="http://schemas.openxmlformats.org/officeDocument/2006/relationships/tags" Target="../tags/tag217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21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22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221E6D3-62B1-CCAB-F76F-0EF3142629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among speed, distance and power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F969B-CDA8-DE01-25CA-98ED64CEF8FA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532232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81498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D14B1D-855E-E31A-17B6-AE87A5F59F9D}"/>
              </a:ext>
            </a:extLst>
          </p:cNvPr>
          <p:cNvSpPr/>
          <p:nvPr/>
        </p:nvSpPr>
        <p:spPr>
          <a:xfrm>
            <a:off x="10438757" y="24281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335883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313935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529155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74329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349" imgH="350" progId="TCLayout.ActiveDocument.1">
                  <p:embed/>
                </p:oleObj>
              </mc:Choice>
              <mc:Fallback>
                <p:oleObj name="think-cell 幻灯片" r:id="rId33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7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194DD9AC-98E5-B553-333C-7FE7704C3CF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426394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7920AB-4596-40AA-B1F3-60C19FE6580F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6234113" y="4129088"/>
            <a:ext cx="203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5D9245-00BD-55F6-91ED-0158D8851157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H="1">
            <a:off x="6154738" y="4129088"/>
            <a:ext cx="79375" cy="2000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5913438" y="4300538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1AA160-8801-4F11-A831-970B47493644}" type="datetime'''''''''''''''''''''2''''''''''''''''0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20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913438" y="40576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88DBE3-B117-4F66-BA83-23060F0C8F40}" type="datetime'''2''''''''''''''''''4''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24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030F27A6-1EB7-AD1D-A41A-E91FDD3A6A58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26968396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6638" y="5813425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630863"/>
            <a:ext cx="79375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 flipH="1">
            <a:off x="6154738" y="5367337"/>
            <a:ext cx="79375" cy="3492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3868738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49117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5943600" y="58420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A8C085-FD09-484D-B15C-D381D567CA5B}" type="datetime'''''''''''''4''''''''5''''''''''''''0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450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5943600" y="56007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F0526D3-0F6B-40F7-9E4E-FF9A1FDA495A}" type="datetime'''''9''''''''''0''''0''''''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900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59531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4617060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late 2027: 1 year for mass production &amp; half year for HPC adoption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~$1280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F1B6B-9A59-AA00-1163-9639EF4C5EA8}"/>
              </a:ext>
            </a:extLst>
          </p:cNvPr>
          <p:cNvSpPr/>
          <p:nvPr/>
        </p:nvSpPr>
        <p:spPr>
          <a:xfrm>
            <a:off x="12274278" y="566211"/>
            <a:ext cx="1894449" cy="10001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光模块规模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cross check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83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919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8" name="Chart 3">
            <a:extLst>
              <a:ext uri="{FF2B5EF4-FFF2-40B4-BE49-F238E27FC236}">
                <a16:creationId xmlns:a16="http://schemas.microsoft.com/office/drawing/2014/main" id="{A49EB1DA-F571-80DC-966E-973CFB81B037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59004531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NDOUATuI31jB7s96GsU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K7XmaObBqsyguUpD4yH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49131</TotalTime>
  <Words>3923</Words>
  <Application>Microsoft Office PowerPoint</Application>
  <PresentationFormat>宽屏</PresentationFormat>
  <Paragraphs>1056</Paragraphs>
  <Slides>31</Slides>
  <Notes>25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5700</cp:revision>
  <dcterms:created xsi:type="dcterms:W3CDTF">2025-06-16T21:28:33Z</dcterms:created>
  <dcterms:modified xsi:type="dcterms:W3CDTF">2025-10-14T12:56:33Z</dcterms:modified>
</cp:coreProperties>
</file>