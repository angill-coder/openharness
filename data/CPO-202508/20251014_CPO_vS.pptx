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1.xml" ContentType="application/vnd.openxmlformats-officedocument.presentationml.tags+xml"/>
  <Override PartName="/ppt/notesSlides/notesSlide14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tags/tag147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9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48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1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2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19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20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179.xml" ContentType="application/vnd.openxmlformats-officedocument.presentationml.tags+xml"/>
  <Override PartName="/ppt/notesSlides/notesSlide22.xml" ContentType="application/vnd.openxmlformats-officedocument.presentationml.notesSlide+xml"/>
  <Override PartName="/ppt/tags/tag180.xml" ContentType="application/vnd.openxmlformats-officedocument.presentationml.tags+xml"/>
  <Override PartName="/ppt/notesSlides/notesSlide23.xml" ContentType="application/vnd.openxmlformats-officedocument.presentationml.notesSlide+xml"/>
  <Override PartName="/ppt/tags/tag1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15" r:id="rId16"/>
    <p:sldId id="344" r:id="rId17"/>
    <p:sldId id="370" r:id="rId18"/>
    <p:sldId id="372" r:id="rId19"/>
    <p:sldId id="327" r:id="rId20"/>
    <p:sldId id="2147473076" r:id="rId21"/>
    <p:sldId id="2147473084" r:id="rId22"/>
    <p:sldId id="331" r:id="rId23"/>
    <p:sldId id="339" r:id="rId24"/>
    <p:sldId id="363" r:id="rId25"/>
    <p:sldId id="2147473077" r:id="rId26"/>
    <p:sldId id="341" r:id="rId27"/>
    <p:sldId id="322" r:id="rId28"/>
    <p:sldId id="283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052D9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2" autoAdjust="0"/>
    <p:restoredTop sz="94392" autoAdjust="0"/>
  </p:normalViewPr>
  <p:slideViewPr>
    <p:cSldViewPr snapToGrid="0">
      <p:cViewPr varScale="1">
        <p:scale>
          <a:sx n="161" d="100"/>
          <a:sy n="161" d="100"/>
        </p:scale>
        <p:origin x="6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5A-4876-BF27-E3130B61CEDF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5A-4876-BF27-E3130B61CEDF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5A-4876-BF27-E3130B61C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6119151"/>
        <c:axId val="1"/>
      </c:lineChart>
      <c:catAx>
        <c:axId val="1536119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6119151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700</c:v>
                </c:pt>
                <c:pt idx="1">
                  <c:v>560</c:v>
                </c:pt>
                <c:pt idx="2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93-4757-A512-D1A78701835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1400</c:v>
                </c:pt>
                <c:pt idx="1">
                  <c:v>1120</c:v>
                </c:pt>
                <c:pt idx="2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93-4757-A512-D1A78701835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C93-4757-A512-D1A7870183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2800</c:v>
                </c:pt>
                <c:pt idx="1">
                  <c:v>2240</c:v>
                </c:pt>
                <c:pt idx="2">
                  <c:v>1800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93-4757-A512-D1A78701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5290447"/>
        <c:axId val="1"/>
      </c:lineChart>
      <c:catAx>
        <c:axId val="1805290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290447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23-4A94-9461-7B7A020136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223-4A94-9461-7B7A020136B8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23-4A94-9461-7B7A020136B8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23-4A94-9461-7B7A020136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223-4A94-9461-7B7A02013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53C-414D-858B-64D9FB0C73F5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53C-414D-858B-64D9FB0C73F5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53C-414D-858B-64D9FB0C73F5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53C-414D-858B-64D9FB0C73F5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53C-414D-858B-64D9FB0C7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7108752"/>
        <c:axId val="1"/>
      </c:scatterChart>
      <c:valAx>
        <c:axId val="557108752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7108752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E-4432-9216-DA7D215BDDA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线性，阶跃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18.emf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25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image" Target="../media/image27.jpe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image" Target="../media/image45.jpeg"/><Relationship Id="rId21" Type="http://schemas.openxmlformats.org/officeDocument/2006/relationships/tags" Target="../tags/tag81.xml"/><Relationship Id="rId34" Type="http://schemas.openxmlformats.org/officeDocument/2006/relationships/image" Target="../media/image7.emf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29" Type="http://schemas.openxmlformats.org/officeDocument/2006/relationships/tags" Target="../tags/tag89.xml"/><Relationship Id="rId41" Type="http://schemas.openxmlformats.org/officeDocument/2006/relationships/chart" Target="../charts/chart6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notesSlide" Target="../notesSlides/notesSlide13.xml"/><Relationship Id="rId37" Type="http://schemas.openxmlformats.org/officeDocument/2006/relationships/image" Target="../media/image25.png"/><Relationship Id="rId40" Type="http://schemas.openxmlformats.org/officeDocument/2006/relationships/chart" Target="../charts/chart5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image" Target="../media/image10.png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slideLayout" Target="../slideLayouts/slideLayout13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image" Target="../media/image9.png"/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oleObject" Target="../embeddings/oleObject15.bin"/><Relationship Id="rId38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6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47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2.png"/><Relationship Id="rId21" Type="http://schemas.openxmlformats.org/officeDocument/2006/relationships/image" Target="../media/image59.png"/><Relationship Id="rId42" Type="http://schemas.microsoft.com/office/2007/relationships/hdphoto" Target="../media/hdphoto18.wdp"/><Relationship Id="rId47" Type="http://schemas.openxmlformats.org/officeDocument/2006/relationships/image" Target="../media/image74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6.png"/><Relationship Id="rId11" Type="http://schemas.microsoft.com/office/2007/relationships/hdphoto" Target="../media/hdphoto9.wdp"/><Relationship Id="rId32" Type="http://schemas.openxmlformats.org/officeDocument/2006/relationships/image" Target="../media/image66.png"/><Relationship Id="rId37" Type="http://schemas.openxmlformats.org/officeDocument/2006/relationships/image" Target="../media/image47.png"/><Relationship Id="rId53" Type="http://schemas.openxmlformats.org/officeDocument/2006/relationships/image" Target="../media/image76.png"/><Relationship Id="rId58" Type="http://schemas.openxmlformats.org/officeDocument/2006/relationships/image" Target="../media/image79.png"/><Relationship Id="rId74" Type="http://schemas.microsoft.com/office/2007/relationships/hdphoto" Target="../media/hdphoto31.wdp"/><Relationship Id="rId79" Type="http://schemas.openxmlformats.org/officeDocument/2006/relationships/image" Target="../media/image90.png"/><Relationship Id="rId5" Type="http://schemas.openxmlformats.org/officeDocument/2006/relationships/image" Target="../media/image50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5.png"/><Relationship Id="rId22" Type="http://schemas.openxmlformats.org/officeDocument/2006/relationships/image" Target="../media/image60.png"/><Relationship Id="rId27" Type="http://schemas.openxmlformats.org/officeDocument/2006/relationships/image" Target="../media/image63.png"/><Relationship Id="rId30" Type="http://schemas.openxmlformats.org/officeDocument/2006/relationships/image" Target="../media/image65.png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microsoft.com/office/2007/relationships/hdphoto" Target="../media/hdphoto21.wdp"/><Relationship Id="rId56" Type="http://schemas.openxmlformats.org/officeDocument/2006/relationships/image" Target="../media/image78.png"/><Relationship Id="rId64" Type="http://schemas.openxmlformats.org/officeDocument/2006/relationships/image" Target="../media/image82.png"/><Relationship Id="rId69" Type="http://schemas.openxmlformats.org/officeDocument/2006/relationships/image" Target="../media/image84.png"/><Relationship Id="rId77" Type="http://schemas.openxmlformats.org/officeDocument/2006/relationships/image" Target="../media/image89.png"/><Relationship Id="rId8" Type="http://schemas.openxmlformats.org/officeDocument/2006/relationships/image" Target="../media/image52.png"/><Relationship Id="rId51" Type="http://schemas.openxmlformats.org/officeDocument/2006/relationships/image" Target="../media/image75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7.bin"/><Relationship Id="rId12" Type="http://schemas.openxmlformats.org/officeDocument/2006/relationships/image" Target="../media/image54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70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8.png"/><Relationship Id="rId41" Type="http://schemas.openxmlformats.org/officeDocument/2006/relationships/image" Target="../media/image71.png"/><Relationship Id="rId54" Type="http://schemas.openxmlformats.org/officeDocument/2006/relationships/image" Target="../media/image77.png"/><Relationship Id="rId62" Type="http://schemas.openxmlformats.org/officeDocument/2006/relationships/image" Target="../media/image81.png"/><Relationship Id="rId70" Type="http://schemas.openxmlformats.org/officeDocument/2006/relationships/image" Target="../media/image85.png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1" Type="http://schemas.openxmlformats.org/officeDocument/2006/relationships/tags" Target="../tags/tag92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9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53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80.png"/><Relationship Id="rId65" Type="http://schemas.microsoft.com/office/2007/relationships/hdphoto" Target="../media/hdphoto28.wdp"/><Relationship Id="rId73" Type="http://schemas.openxmlformats.org/officeDocument/2006/relationships/image" Target="../media/image87.png"/><Relationship Id="rId78" Type="http://schemas.microsoft.com/office/2007/relationships/hdphoto" Target="../media/hdphoto33.wdp"/><Relationship Id="rId81" Type="http://schemas.openxmlformats.org/officeDocument/2006/relationships/image" Target="../media/image91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7.png"/><Relationship Id="rId39" Type="http://schemas.microsoft.com/office/2007/relationships/hdphoto" Target="../media/hdphoto17.wdp"/><Relationship Id="rId34" Type="http://schemas.openxmlformats.org/officeDocument/2006/relationships/image" Target="../media/image67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51.png"/><Relationship Id="rId71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4.png"/><Relationship Id="rId24" Type="http://schemas.openxmlformats.org/officeDocument/2006/relationships/image" Target="../media/image61.png"/><Relationship Id="rId40" Type="http://schemas.openxmlformats.org/officeDocument/2006/relationships/image" Target="../media/image35.png"/><Relationship Id="rId45" Type="http://schemas.openxmlformats.org/officeDocument/2006/relationships/image" Target="../media/image73.png"/><Relationship Id="rId66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image" Target="../media/image18.emf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oleObject" Target="../embeddings/oleObject18.bin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9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114.xml"/><Relationship Id="rId18" Type="http://schemas.openxmlformats.org/officeDocument/2006/relationships/tags" Target="../tags/tag119.xml"/><Relationship Id="rId26" Type="http://schemas.openxmlformats.org/officeDocument/2006/relationships/tags" Target="../tags/tag127.xml"/><Relationship Id="rId39" Type="http://schemas.openxmlformats.org/officeDocument/2006/relationships/tags" Target="../tags/tag140.xml"/><Relationship Id="rId21" Type="http://schemas.openxmlformats.org/officeDocument/2006/relationships/tags" Target="../tags/tag122.xml"/><Relationship Id="rId34" Type="http://schemas.openxmlformats.org/officeDocument/2006/relationships/tags" Target="../tags/tag135.xml"/><Relationship Id="rId42" Type="http://schemas.openxmlformats.org/officeDocument/2006/relationships/tags" Target="../tags/tag143.xml"/><Relationship Id="rId47" Type="http://schemas.openxmlformats.org/officeDocument/2006/relationships/notesSlide" Target="../notesSlides/notesSlide16.xml"/><Relationship Id="rId50" Type="http://schemas.openxmlformats.org/officeDocument/2006/relationships/chart" Target="../charts/chart8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29" Type="http://schemas.openxmlformats.org/officeDocument/2006/relationships/tags" Target="../tags/tag130.xml"/><Relationship Id="rId11" Type="http://schemas.openxmlformats.org/officeDocument/2006/relationships/tags" Target="../tags/tag112.xml"/><Relationship Id="rId24" Type="http://schemas.openxmlformats.org/officeDocument/2006/relationships/tags" Target="../tags/tag125.xml"/><Relationship Id="rId32" Type="http://schemas.openxmlformats.org/officeDocument/2006/relationships/tags" Target="../tags/tag133.xml"/><Relationship Id="rId37" Type="http://schemas.openxmlformats.org/officeDocument/2006/relationships/tags" Target="../tags/tag138.xml"/><Relationship Id="rId40" Type="http://schemas.openxmlformats.org/officeDocument/2006/relationships/tags" Target="../tags/tag141.xml"/><Relationship Id="rId45" Type="http://schemas.openxmlformats.org/officeDocument/2006/relationships/tags" Target="../tags/tag146.xml"/><Relationship Id="rId5" Type="http://schemas.openxmlformats.org/officeDocument/2006/relationships/tags" Target="../tags/tag106.xml"/><Relationship Id="rId15" Type="http://schemas.openxmlformats.org/officeDocument/2006/relationships/tags" Target="../tags/tag116.xml"/><Relationship Id="rId23" Type="http://schemas.openxmlformats.org/officeDocument/2006/relationships/tags" Target="../tags/tag124.xml"/><Relationship Id="rId28" Type="http://schemas.openxmlformats.org/officeDocument/2006/relationships/tags" Target="../tags/tag129.xml"/><Relationship Id="rId36" Type="http://schemas.openxmlformats.org/officeDocument/2006/relationships/tags" Target="../tags/tag137.xml"/><Relationship Id="rId49" Type="http://schemas.openxmlformats.org/officeDocument/2006/relationships/image" Target="../media/image18.emf"/><Relationship Id="rId10" Type="http://schemas.openxmlformats.org/officeDocument/2006/relationships/tags" Target="../tags/tag111.xml"/><Relationship Id="rId19" Type="http://schemas.openxmlformats.org/officeDocument/2006/relationships/tags" Target="../tags/tag120.xml"/><Relationship Id="rId31" Type="http://schemas.openxmlformats.org/officeDocument/2006/relationships/tags" Target="../tags/tag132.xml"/><Relationship Id="rId44" Type="http://schemas.openxmlformats.org/officeDocument/2006/relationships/tags" Target="../tags/tag145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Relationship Id="rId22" Type="http://schemas.openxmlformats.org/officeDocument/2006/relationships/tags" Target="../tags/tag123.xml"/><Relationship Id="rId27" Type="http://schemas.openxmlformats.org/officeDocument/2006/relationships/tags" Target="../tags/tag128.xml"/><Relationship Id="rId30" Type="http://schemas.openxmlformats.org/officeDocument/2006/relationships/tags" Target="../tags/tag131.xml"/><Relationship Id="rId35" Type="http://schemas.openxmlformats.org/officeDocument/2006/relationships/tags" Target="../tags/tag136.xml"/><Relationship Id="rId43" Type="http://schemas.openxmlformats.org/officeDocument/2006/relationships/tags" Target="../tags/tag144.xml"/><Relationship Id="rId48" Type="http://schemas.openxmlformats.org/officeDocument/2006/relationships/oleObject" Target="../embeddings/oleObject19.bin"/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12" Type="http://schemas.openxmlformats.org/officeDocument/2006/relationships/tags" Target="../tags/tag113.xml"/><Relationship Id="rId17" Type="http://schemas.openxmlformats.org/officeDocument/2006/relationships/tags" Target="../tags/tag118.xml"/><Relationship Id="rId25" Type="http://schemas.openxmlformats.org/officeDocument/2006/relationships/tags" Target="../tags/tag126.xml"/><Relationship Id="rId33" Type="http://schemas.openxmlformats.org/officeDocument/2006/relationships/tags" Target="../tags/tag134.xml"/><Relationship Id="rId38" Type="http://schemas.openxmlformats.org/officeDocument/2006/relationships/tags" Target="../tags/tag139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21.xml"/><Relationship Id="rId41" Type="http://schemas.openxmlformats.org/officeDocument/2006/relationships/tags" Target="../tags/tag142.xml"/><Relationship Id="rId1" Type="http://schemas.openxmlformats.org/officeDocument/2006/relationships/tags" Target="../tags/tag102.xml"/><Relationship Id="rId6" Type="http://schemas.openxmlformats.org/officeDocument/2006/relationships/tags" Target="../tags/tag10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9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6" Type="http://schemas.openxmlformats.org/officeDocument/2006/relationships/chart" Target="../charts/chart9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0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96.svg"/><Relationship Id="rId12" Type="http://schemas.openxmlformats.org/officeDocument/2006/relationships/image" Target="../media/image99.png"/><Relationship Id="rId17" Type="http://schemas.openxmlformats.org/officeDocument/2006/relationships/chart" Target="../charts/chart12.xml"/><Relationship Id="rId2" Type="http://schemas.openxmlformats.org/officeDocument/2006/relationships/slideLayout" Target="../slideLayouts/slideLayout2.xml"/><Relationship Id="rId16" Type="http://schemas.openxmlformats.org/officeDocument/2006/relationships/chart" Target="../charts/chart11.xml"/><Relationship Id="rId1" Type="http://schemas.openxmlformats.org/officeDocument/2006/relationships/tags" Target="../tags/tag148.xml"/><Relationship Id="rId6" Type="http://schemas.openxmlformats.org/officeDocument/2006/relationships/image" Target="../media/image95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5" Type="http://schemas.openxmlformats.org/officeDocument/2006/relationships/image" Target="../media/image102.png"/><Relationship Id="rId10" Type="http://schemas.openxmlformats.org/officeDocument/2006/relationships/chart" Target="../charts/chart10.xml"/><Relationship Id="rId4" Type="http://schemas.openxmlformats.org/officeDocument/2006/relationships/oleObject" Target="../embeddings/oleObject21.bin"/><Relationship Id="rId9" Type="http://schemas.openxmlformats.org/officeDocument/2006/relationships/image" Target="../media/image98.svg"/><Relationship Id="rId14" Type="http://schemas.openxmlformats.org/officeDocument/2006/relationships/image" Target="../media/image10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tags" Target="../tags/tag151.xml"/><Relationship Id="rId21" Type="http://schemas.openxmlformats.org/officeDocument/2006/relationships/image" Target="../media/image110.png"/><Relationship Id="rId7" Type="http://schemas.openxmlformats.org/officeDocument/2006/relationships/tags" Target="../tags/tag155.xml"/><Relationship Id="rId12" Type="http://schemas.openxmlformats.org/officeDocument/2006/relationships/image" Target="../media/image51.png"/><Relationship Id="rId17" Type="http://schemas.openxmlformats.org/officeDocument/2006/relationships/image" Target="../media/image107.png"/><Relationship Id="rId25" Type="http://schemas.openxmlformats.org/officeDocument/2006/relationships/image" Target="../media/image113.png"/><Relationship Id="rId2" Type="http://schemas.openxmlformats.org/officeDocument/2006/relationships/tags" Target="../tags/tag150.xml"/><Relationship Id="rId16" Type="http://schemas.openxmlformats.org/officeDocument/2006/relationships/image" Target="../media/image106.jpeg"/><Relationship Id="rId20" Type="http://schemas.openxmlformats.org/officeDocument/2006/relationships/image" Target="../media/image54.png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image" Target="../media/image18.emf"/><Relationship Id="rId24" Type="http://schemas.openxmlformats.org/officeDocument/2006/relationships/image" Target="../media/image112.png"/><Relationship Id="rId5" Type="http://schemas.openxmlformats.org/officeDocument/2006/relationships/tags" Target="../tags/tag153.xml"/><Relationship Id="rId15" Type="http://schemas.openxmlformats.org/officeDocument/2006/relationships/image" Target="../media/image105.png"/><Relationship Id="rId23" Type="http://schemas.microsoft.com/office/2007/relationships/hdphoto" Target="../media/hdphoto36.wdp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109.png"/><Relationship Id="rId4" Type="http://schemas.openxmlformats.org/officeDocument/2006/relationships/tags" Target="../tags/tag152.xml"/><Relationship Id="rId9" Type="http://schemas.openxmlformats.org/officeDocument/2006/relationships/notesSlide" Target="../notesSlides/notesSlide19.xml"/><Relationship Id="rId14" Type="http://schemas.openxmlformats.org/officeDocument/2006/relationships/image" Target="../media/image104.png"/><Relationship Id="rId22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15.png"/><Relationship Id="rId12" Type="http://schemas.openxmlformats.org/officeDocument/2006/relationships/image" Target="../media/image1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Relationship Id="rId6" Type="http://schemas.openxmlformats.org/officeDocument/2006/relationships/image" Target="../media/image114.png"/><Relationship Id="rId11" Type="http://schemas.openxmlformats.org/officeDocument/2006/relationships/image" Target="../media/image117.png"/><Relationship Id="rId5" Type="http://schemas.openxmlformats.org/officeDocument/2006/relationships/image" Target="../media/image8.emf"/><Relationship Id="rId10" Type="http://schemas.openxmlformats.org/officeDocument/2006/relationships/image" Target="../media/image11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tags" Target="../tags/tag170.xml"/><Relationship Id="rId18" Type="http://schemas.openxmlformats.org/officeDocument/2006/relationships/tags" Target="../tags/tag175.xml"/><Relationship Id="rId26" Type="http://schemas.openxmlformats.org/officeDocument/2006/relationships/chart" Target="../charts/chart13.xml"/><Relationship Id="rId3" Type="http://schemas.openxmlformats.org/officeDocument/2006/relationships/tags" Target="../tags/tag160.xml"/><Relationship Id="rId21" Type="http://schemas.openxmlformats.org/officeDocument/2006/relationships/tags" Target="../tags/tag178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17" Type="http://schemas.openxmlformats.org/officeDocument/2006/relationships/tags" Target="../tags/tag174.xml"/><Relationship Id="rId25" Type="http://schemas.openxmlformats.org/officeDocument/2006/relationships/image" Target="../media/image8.emf"/><Relationship Id="rId2" Type="http://schemas.openxmlformats.org/officeDocument/2006/relationships/tags" Target="../tags/tag159.xml"/><Relationship Id="rId16" Type="http://schemas.openxmlformats.org/officeDocument/2006/relationships/tags" Target="../tags/tag173.xml"/><Relationship Id="rId20" Type="http://schemas.openxmlformats.org/officeDocument/2006/relationships/tags" Target="../tags/tag177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24" Type="http://schemas.openxmlformats.org/officeDocument/2006/relationships/oleObject" Target="../embeddings/oleObject25.bin"/><Relationship Id="rId5" Type="http://schemas.openxmlformats.org/officeDocument/2006/relationships/tags" Target="../tags/tag162.xml"/><Relationship Id="rId15" Type="http://schemas.openxmlformats.org/officeDocument/2006/relationships/tags" Target="../tags/tag172.xml"/><Relationship Id="rId23" Type="http://schemas.openxmlformats.org/officeDocument/2006/relationships/notesSlide" Target="../notesSlides/notesSlide21.xml"/><Relationship Id="rId10" Type="http://schemas.openxmlformats.org/officeDocument/2006/relationships/tags" Target="../tags/tag167.xml"/><Relationship Id="rId19" Type="http://schemas.openxmlformats.org/officeDocument/2006/relationships/tags" Target="../tags/tag176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tags" Target="../tags/tag171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3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5.png"/><Relationship Id="rId1" Type="http://schemas.openxmlformats.org/officeDocument/2006/relationships/tags" Target="../tags/tag180.xml"/><Relationship Id="rId6" Type="http://schemas.openxmlformats.org/officeDocument/2006/relationships/image" Target="../media/image119.png"/><Relationship Id="rId11" Type="http://schemas.openxmlformats.org/officeDocument/2006/relationships/image" Target="../media/image120.png"/><Relationship Id="rId5" Type="http://schemas.openxmlformats.org/officeDocument/2006/relationships/image" Target="../media/image18.emf"/><Relationship Id="rId15" Type="http://schemas.openxmlformats.org/officeDocument/2006/relationships/image" Target="../media/image124.png"/><Relationship Id="rId10" Type="http://schemas.openxmlformats.org/officeDocument/2006/relationships/image" Target="../media/image47.png"/><Relationship Id="rId19" Type="http://schemas.openxmlformats.org/officeDocument/2006/relationships/image" Target="../media/image128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68.png"/><Relationship Id="rId14" Type="http://schemas.openxmlformats.org/officeDocument/2006/relationships/image" Target="../media/image123.jpe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35.png"/><Relationship Id="rId26" Type="http://schemas.openxmlformats.org/officeDocument/2006/relationships/image" Target="../media/image141.png"/><Relationship Id="rId39" Type="http://schemas.openxmlformats.org/officeDocument/2006/relationships/image" Target="../media/image151.png"/><Relationship Id="rId21" Type="http://schemas.openxmlformats.org/officeDocument/2006/relationships/image" Target="../media/image138.png"/><Relationship Id="rId34" Type="http://schemas.openxmlformats.org/officeDocument/2006/relationships/image" Target="../media/image69.png"/><Relationship Id="rId42" Type="http://schemas.openxmlformats.org/officeDocument/2006/relationships/image" Target="../media/image153.png"/><Relationship Id="rId47" Type="http://schemas.openxmlformats.org/officeDocument/2006/relationships/image" Target="../media/image157.png"/><Relationship Id="rId50" Type="http://schemas.openxmlformats.org/officeDocument/2006/relationships/image" Target="../media/image58.png"/><Relationship Id="rId55" Type="http://schemas.openxmlformats.org/officeDocument/2006/relationships/image" Target="../media/image163.png"/><Relationship Id="rId63" Type="http://schemas.openxmlformats.org/officeDocument/2006/relationships/image" Target="../media/image170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png"/><Relationship Id="rId29" Type="http://schemas.openxmlformats.org/officeDocument/2006/relationships/image" Target="../media/image144.png"/><Relationship Id="rId11" Type="http://schemas.openxmlformats.org/officeDocument/2006/relationships/image" Target="../media/image24.png"/><Relationship Id="rId24" Type="http://schemas.openxmlformats.org/officeDocument/2006/relationships/image" Target="../media/image139.png"/><Relationship Id="rId32" Type="http://schemas.openxmlformats.org/officeDocument/2006/relationships/image" Target="../media/image68.png"/><Relationship Id="rId37" Type="http://schemas.openxmlformats.org/officeDocument/2006/relationships/image" Target="../media/image149.png"/><Relationship Id="rId40" Type="http://schemas.openxmlformats.org/officeDocument/2006/relationships/image" Target="../media/image152.png"/><Relationship Id="rId45" Type="http://schemas.openxmlformats.org/officeDocument/2006/relationships/image" Target="../media/image155.png"/><Relationship Id="rId53" Type="http://schemas.openxmlformats.org/officeDocument/2006/relationships/image" Target="../media/image161.png"/><Relationship Id="rId58" Type="http://schemas.openxmlformats.org/officeDocument/2006/relationships/image" Target="../media/image166.png"/><Relationship Id="rId5" Type="http://schemas.openxmlformats.org/officeDocument/2006/relationships/image" Target="../media/image129.png"/><Relationship Id="rId61" Type="http://schemas.openxmlformats.org/officeDocument/2006/relationships/image" Target="../media/image57.png"/><Relationship Id="rId19" Type="http://schemas.openxmlformats.org/officeDocument/2006/relationships/image" Target="../media/image136.png"/><Relationship Id="rId14" Type="http://schemas.openxmlformats.org/officeDocument/2006/relationships/image" Target="../media/image133.png"/><Relationship Id="rId22" Type="http://schemas.openxmlformats.org/officeDocument/2006/relationships/image" Target="../media/image84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47.png"/><Relationship Id="rId43" Type="http://schemas.openxmlformats.org/officeDocument/2006/relationships/image" Target="../media/image47.png"/><Relationship Id="rId48" Type="http://schemas.openxmlformats.org/officeDocument/2006/relationships/image" Target="../media/image158.png"/><Relationship Id="rId56" Type="http://schemas.openxmlformats.org/officeDocument/2006/relationships/image" Target="../media/image164.png"/><Relationship Id="rId8" Type="http://schemas.openxmlformats.org/officeDocument/2006/relationships/image" Target="../media/image131.png"/><Relationship Id="rId51" Type="http://schemas.openxmlformats.org/officeDocument/2006/relationships/image" Target="../media/image159.png"/><Relationship Id="rId3" Type="http://schemas.openxmlformats.org/officeDocument/2006/relationships/oleObject" Target="../embeddings/oleObject28.bin"/><Relationship Id="rId12" Type="http://schemas.openxmlformats.org/officeDocument/2006/relationships/image" Target="../media/image119.png"/><Relationship Id="rId17" Type="http://schemas.openxmlformats.org/officeDocument/2006/relationships/image" Target="../media/image134.png"/><Relationship Id="rId25" Type="http://schemas.openxmlformats.org/officeDocument/2006/relationships/image" Target="../media/image140.png"/><Relationship Id="rId33" Type="http://schemas.openxmlformats.org/officeDocument/2006/relationships/image" Target="../media/image146.png"/><Relationship Id="rId38" Type="http://schemas.openxmlformats.org/officeDocument/2006/relationships/image" Target="../media/image150.png"/><Relationship Id="rId46" Type="http://schemas.openxmlformats.org/officeDocument/2006/relationships/image" Target="../media/image156.png"/><Relationship Id="rId59" Type="http://schemas.openxmlformats.org/officeDocument/2006/relationships/image" Target="../media/image167.png"/><Relationship Id="rId20" Type="http://schemas.openxmlformats.org/officeDocument/2006/relationships/image" Target="../media/image137.png"/><Relationship Id="rId41" Type="http://schemas.openxmlformats.org/officeDocument/2006/relationships/image" Target="../media/image64.png"/><Relationship Id="rId54" Type="http://schemas.openxmlformats.org/officeDocument/2006/relationships/image" Target="../media/image162.png"/><Relationship Id="rId62" Type="http://schemas.openxmlformats.org/officeDocument/2006/relationships/image" Target="../media/image169.png"/><Relationship Id="rId1" Type="http://schemas.openxmlformats.org/officeDocument/2006/relationships/tags" Target="../tags/tag181.xml"/><Relationship Id="rId6" Type="http://schemas.openxmlformats.org/officeDocument/2006/relationships/image" Target="../media/image130.png"/><Relationship Id="rId15" Type="http://schemas.openxmlformats.org/officeDocument/2006/relationships/image" Target="../media/image59.png"/><Relationship Id="rId23" Type="http://schemas.openxmlformats.org/officeDocument/2006/relationships/image" Target="../media/image85.png"/><Relationship Id="rId28" Type="http://schemas.openxmlformats.org/officeDocument/2006/relationships/image" Target="../media/image143.png"/><Relationship Id="rId36" Type="http://schemas.openxmlformats.org/officeDocument/2006/relationships/image" Target="../media/image148.png"/><Relationship Id="rId49" Type="http://schemas.openxmlformats.org/officeDocument/2006/relationships/image" Target="../media/image62.png"/><Relationship Id="rId57" Type="http://schemas.openxmlformats.org/officeDocument/2006/relationships/image" Target="../media/image165.png"/><Relationship Id="rId10" Type="http://schemas.openxmlformats.org/officeDocument/2006/relationships/image" Target="../media/image35.png"/><Relationship Id="rId31" Type="http://schemas.openxmlformats.org/officeDocument/2006/relationships/image" Target="../media/image67.png"/><Relationship Id="rId44" Type="http://schemas.openxmlformats.org/officeDocument/2006/relationships/image" Target="../media/image154.png"/><Relationship Id="rId52" Type="http://schemas.openxmlformats.org/officeDocument/2006/relationships/image" Target="../media/image160.png"/><Relationship Id="rId60" Type="http://schemas.openxmlformats.org/officeDocument/2006/relationships/image" Target="../media/image168.png"/><Relationship Id="rId4" Type="http://schemas.openxmlformats.org/officeDocument/2006/relationships/image" Target="../media/image18.emf"/><Relationship Id="rId9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80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suppliers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A5ED60-A1B7-89DF-02AD-72295BCB2382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61F7083A-35F4-23C6-2F3A-F57ED07601B0}"/>
              </a:ext>
            </a:extLst>
          </p:cNvPr>
          <p:cNvSpPr/>
          <p:nvPr/>
        </p:nvSpPr>
        <p:spPr>
          <a:xfrm>
            <a:off x="10337903" y="3070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51A26B-9EFE-E1BE-C473-D97729EF1263}"/>
              </a:ext>
            </a:extLst>
          </p:cNvPr>
          <p:cNvSpPr/>
          <p:nvPr/>
        </p:nvSpPr>
        <p:spPr>
          <a:xfrm>
            <a:off x="10337903" y="3070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6742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532232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81498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335883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313935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529155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A519D-B6D7-104A-A908-CF6914196F6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057836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with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5A97C2-0606-92FE-3F75-C460DA60E4A9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AA6227-2874-F75A-F7EB-28BC61FC7F14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8" y="12921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55630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2483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24056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D4B348-0DDE-9710-E14D-4961FE482F58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447903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3009373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94687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447903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3D4F9A-B4A1-37F9-F4ED-6E5E8C25C8ED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282951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might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284FDF-4FF7-2D65-86A3-D1221EF41A32}"/>
              </a:ext>
            </a:extLst>
          </p:cNvPr>
          <p:cNvSpPr/>
          <p:nvPr/>
        </p:nvSpPr>
        <p:spPr>
          <a:xfrm>
            <a:off x="10208455" y="29217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D956C8-0491-67A3-94F5-7C46D3F29AFC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prioritize scale-out in optical interconnect adoption,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D4FB00-27C2-6CDD-41D2-510AEBC66B6D}"/>
              </a:ext>
            </a:extLst>
          </p:cNvPr>
          <p:cNvSpPr/>
          <p:nvPr/>
        </p:nvSpPr>
        <p:spPr>
          <a:xfrm>
            <a:off x="10253101" y="-37024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4218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3065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3065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753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753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3707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293849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26: Volume production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74329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349" imgH="350" progId="TCLayout.ActiveDocument.1">
                  <p:embed/>
                </p:oleObj>
              </mc:Choice>
              <mc:Fallback>
                <p:oleObj name="think-cell 幻灯片" r:id="rId33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7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194DD9AC-98E5-B553-333C-7FE7704C3CF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426394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7920AB-4596-40AA-B1F3-60C19FE6580F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6234113" y="4129088"/>
            <a:ext cx="2032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5D9245-00BD-55F6-91ED-0158D8851157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 flipH="1">
            <a:off x="6154738" y="4129088"/>
            <a:ext cx="79375" cy="2000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5913438" y="4300538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1AA160-8801-4F11-A831-970B47493644}" type="datetime'''''''''''''''''''''2''''''''''''''''0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20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5913438" y="40576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588DBE3-B117-4F66-BA83-23060F0C8F40}" type="datetime'''2''''''''''''''''''4''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24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030F27A6-1EB7-AD1D-A41A-E91FDD3A6A58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526968396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116638" y="5813425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630863"/>
            <a:ext cx="79375" cy="241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 flipH="1">
            <a:off x="6154738" y="5367337"/>
            <a:ext cx="79375" cy="3492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3868738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49117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5943600" y="58420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A8C085-FD09-484D-B15C-D381D567CA5B}" type="datetime'''''''''''''4''''''''5''''''''''''''0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450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5943600" y="56007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F0526D3-0F6B-40F7-9E4E-FF9A1FDA495A}" type="datetime'''''9''''''''''0''''0''''''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900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59531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4617060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late 2027: 1 year for mass production &amp; half year for HPC adoption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~60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~$1280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B44D49B6-C631-BCE3-A008-76DBF1C06DE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A23CCE44-374D-A0D4-E2EE-86487C14027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383259A7-3747-47A9-1383-0175C9E9572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890C8A96-EB71-3801-E7CE-A71A9F4F7C3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8523DDD8-7A89-0D47-B540-7E3D90843A1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CC9CB37C-FC71-7821-D9DA-B680BAD0CE56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94ECAEA2-1B1E-36DF-2E1F-EEC64E4FD17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D9376328-0EEC-3565-D385-EE063C48DD05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C50463E-38B9-A6F0-0011-D4E050B1959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 is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88CB6A-E127-58F1-3023-44C8E76E2A89}"/>
              </a:ext>
            </a:extLst>
          </p:cNvPr>
          <p:cNvSpPr/>
          <p:nvPr/>
        </p:nvSpPr>
        <p:spPr>
          <a:xfrm>
            <a:off x="10297551" y="66111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8494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61182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8579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2460B6-5EEC-B40B-3139-496EB6EA4824}"/>
              </a:ext>
            </a:extLst>
          </p:cNvPr>
          <p:cNvSpPr/>
          <p:nvPr/>
        </p:nvSpPr>
        <p:spPr>
          <a:xfrm>
            <a:off x="10260474" y="3407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4064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27" name="Chart 3">
            <a:extLst>
              <a:ext uri="{FF2B5EF4-FFF2-40B4-BE49-F238E27FC236}">
                <a16:creationId xmlns:a16="http://schemas.microsoft.com/office/drawing/2014/main" id="{814F0FAC-2373-C0AE-9B3F-E3F1990BDF3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9850989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latin typeface="PingFang SC"/>
              </a:rPr>
              <a:t>xAI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AED323-5EE7-7269-D1A3-04D71CB4F101}"/>
              </a:ext>
            </a:extLst>
          </p:cNvPr>
          <p:cNvSpPr/>
          <p:nvPr/>
        </p:nvSpPr>
        <p:spPr>
          <a:xfrm>
            <a:off x="10207195" y="24028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995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Chart 3">
            <a:extLst>
              <a:ext uri="{FF2B5EF4-FFF2-40B4-BE49-F238E27FC236}">
                <a16:creationId xmlns:a16="http://schemas.microsoft.com/office/drawing/2014/main" id="{2B4B3D50-6D4E-4748-AE55-10DE2A19BF80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995068423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D72D48-1986-1617-E7E4-AABE6591AAA2}"/>
              </a:ext>
            </a:extLst>
          </p:cNvPr>
          <p:cNvSpPr/>
          <p:nvPr/>
        </p:nvSpPr>
        <p:spPr>
          <a:xfrm>
            <a:off x="10228775" y="-10534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E60B3D-A373-04F3-7250-9C5181A5889F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r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476136" y="2586724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45651"/>
              </p:ext>
            </p:extLst>
          </p:nvPr>
        </p:nvGraphicFramePr>
        <p:xfrm>
          <a:off x="499971" y="2964742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2E73DA0-8FB8-E2AE-535E-6EEDF44B7A02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C125B9-5F5B-804C-B40C-3ABFA01025DA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8B69D7-6182-C535-2164-303118FF56AC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NDOUATuI31jB7s96GsU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K7XmaObBqsyguUpD4yH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49174</TotalTime>
  <Words>3528</Words>
  <Application>Microsoft Office PowerPoint</Application>
  <PresentationFormat>宽屏</PresentationFormat>
  <Paragraphs>934</Paragraphs>
  <Slides>28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Futura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5707</cp:revision>
  <dcterms:created xsi:type="dcterms:W3CDTF">2025-06-16T21:28:33Z</dcterms:created>
  <dcterms:modified xsi:type="dcterms:W3CDTF">2025-10-14T13:42:52Z</dcterms:modified>
</cp:coreProperties>
</file>